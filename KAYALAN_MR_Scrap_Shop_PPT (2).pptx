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FBDD6E-3715-44DC-8E7B-CAAAF6BE3E6D}" type="doc">
      <dgm:prSet loTypeId="urn:microsoft.com/office/officeart/2005/8/layout/vList2" loCatId="list" qsTypeId="urn:microsoft.com/office/officeart/2005/8/quickstyle/3d7" qsCatId="3D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126E82FD-299D-498B-AB53-B67923FDC46B}">
      <dgm:prSet/>
      <dgm:spPr/>
      <dgm:t>
        <a:bodyPr/>
        <a:lstStyle/>
        <a:p>
          <a:r>
            <a:rPr lang="en-US" dirty="0"/>
            <a:t>KAYALAN AI – Mixed Reality Scrap Waste Shop</a:t>
          </a:r>
        </a:p>
      </dgm:t>
    </dgm:pt>
    <dgm:pt modelId="{8803F98E-2493-44B9-8730-EDCC0A01902E}" type="parTrans" cxnId="{00B92CC8-09D9-42CD-9E39-C50B6AE418C6}">
      <dgm:prSet/>
      <dgm:spPr/>
      <dgm:t>
        <a:bodyPr/>
        <a:lstStyle/>
        <a:p>
          <a:endParaRPr lang="en-US"/>
        </a:p>
      </dgm:t>
    </dgm:pt>
    <dgm:pt modelId="{13D5DFEF-3E74-4687-BB7C-0950A961D0BF}" type="sibTrans" cxnId="{00B92CC8-09D9-42CD-9E39-C50B6AE418C6}">
      <dgm:prSet/>
      <dgm:spPr/>
      <dgm:t>
        <a:bodyPr/>
        <a:lstStyle/>
        <a:p>
          <a:endParaRPr lang="en-US"/>
        </a:p>
      </dgm:t>
    </dgm:pt>
    <dgm:pt modelId="{02E41E87-5F7F-4228-8836-FED128CFF8CB}" type="pres">
      <dgm:prSet presAssocID="{31FBDD6E-3715-44DC-8E7B-CAAAF6BE3E6D}" presName="linear" presStyleCnt="0">
        <dgm:presLayoutVars>
          <dgm:animLvl val="lvl"/>
          <dgm:resizeHandles val="exact"/>
        </dgm:presLayoutVars>
      </dgm:prSet>
      <dgm:spPr/>
    </dgm:pt>
    <dgm:pt modelId="{C890E53B-2CA4-4CF8-A805-9ABDE04447E4}" type="pres">
      <dgm:prSet presAssocID="{126E82FD-299D-498B-AB53-B67923FDC46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E69923F-6D1F-449B-8061-A35066E2ACF0}" type="presOf" srcId="{126E82FD-299D-498B-AB53-B67923FDC46B}" destId="{C890E53B-2CA4-4CF8-A805-9ABDE04447E4}" srcOrd="0" destOrd="0" presId="urn:microsoft.com/office/officeart/2005/8/layout/vList2"/>
    <dgm:cxn modelId="{00B92CC8-09D9-42CD-9E39-C50B6AE418C6}" srcId="{31FBDD6E-3715-44DC-8E7B-CAAAF6BE3E6D}" destId="{126E82FD-299D-498B-AB53-B67923FDC46B}" srcOrd="0" destOrd="0" parTransId="{8803F98E-2493-44B9-8730-EDCC0A01902E}" sibTransId="{13D5DFEF-3E74-4687-BB7C-0950A961D0BF}"/>
    <dgm:cxn modelId="{0A5B94D7-DEDD-41F7-90BD-0B108231AE6F}" type="presOf" srcId="{31FBDD6E-3715-44DC-8E7B-CAAAF6BE3E6D}" destId="{02E41E87-5F7F-4228-8836-FED128CFF8CB}" srcOrd="0" destOrd="0" presId="urn:microsoft.com/office/officeart/2005/8/layout/vList2"/>
    <dgm:cxn modelId="{EA92A460-BD0A-4960-9E73-D31D257F1D44}" type="presParOf" srcId="{02E41E87-5F7F-4228-8836-FED128CFF8CB}" destId="{C890E53B-2CA4-4CF8-A805-9ABDE04447E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0E53B-2CA4-4CF8-A805-9ABDE04447E4}">
      <dsp:nvSpPr>
        <dsp:cNvPr id="0" name=""/>
        <dsp:cNvSpPr/>
      </dsp:nvSpPr>
      <dsp:spPr>
        <a:xfrm>
          <a:off x="0" y="175747"/>
          <a:ext cx="8229600" cy="791505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KAYALAN AI – Mixed Reality Scrap Waste Shop</a:t>
          </a:r>
        </a:p>
      </dsp:txBody>
      <dsp:txXfrm>
        <a:off x="38638" y="214385"/>
        <a:ext cx="8152324" cy="714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BA4B2BE-AA92-B3A1-CFCB-3CC7E0DD1C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9680646"/>
              </p:ext>
            </p:extLst>
          </p:nvPr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Tagline: A Digital &amp; Clean Scrap Management System</a:t>
            </a:r>
          </a:p>
          <a:p>
            <a:endParaRPr dirty="0"/>
          </a:p>
          <a:p>
            <a:r>
              <a:rPr dirty="0"/>
              <a:t>Presented by: Hema Malini</a:t>
            </a:r>
            <a:r>
              <a:rPr lang="en-US" dirty="0"/>
              <a:t> SP</a:t>
            </a:r>
            <a:endParaRPr dirty="0"/>
          </a:p>
          <a:p>
            <a:r>
              <a:rPr dirty="0"/>
              <a:t>Event: </a:t>
            </a:r>
            <a:r>
              <a:rPr dirty="0" err="1"/>
              <a:t>Buildathon</a:t>
            </a:r>
            <a:r>
              <a:rPr lang="en-US" dirty="0"/>
              <a:t> 2025</a:t>
            </a:r>
            <a:endParaRPr dirty="0"/>
          </a:p>
          <a:p>
            <a:r>
              <a:rPr dirty="0"/>
              <a:t>Date: 15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dirty="0"/>
              <a:t>–16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dirty="0"/>
              <a:t> November</a:t>
            </a:r>
            <a:endParaRPr lang="en-US" dirty="0"/>
          </a:p>
          <a:p>
            <a:r>
              <a:rPr lang="en-US" dirty="0"/>
              <a:t>Venue: AMET UNIVERSITY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0CFD0B-3872-0E30-90C9-18D5EE2900A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Scrap shops are unorganized</a:t>
            </a:r>
          </a:p>
          <a:p>
            <a:pPr marL="0" indent="0">
              <a:buNone/>
            </a:pPr>
            <a:r>
              <a:rPr dirty="0"/>
              <a:t>• No price transparency</a:t>
            </a:r>
          </a:p>
          <a:p>
            <a:pPr marL="0" indent="0">
              <a:buNone/>
            </a:pPr>
            <a:r>
              <a:rPr dirty="0"/>
              <a:t>• Manual weighing errors</a:t>
            </a:r>
          </a:p>
          <a:p>
            <a:pPr marL="0" indent="0">
              <a:buNone/>
            </a:pPr>
            <a:r>
              <a:rPr dirty="0"/>
              <a:t>• Poor hygiene</a:t>
            </a:r>
          </a:p>
          <a:p>
            <a:pPr marL="0" indent="0">
              <a:buNone/>
            </a:pPr>
            <a:r>
              <a:rPr dirty="0"/>
              <a:t>• No digital tracking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E7B123-21BC-AC3B-0E56-2881552E92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6409944" y="4187952"/>
            <a:ext cx="2734056" cy="2542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794905-5B8B-9BB7-17F6-2A7FD5537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234440"/>
            <a:ext cx="2734056" cy="2862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Drawbacks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No digital system</a:t>
            </a:r>
          </a:p>
          <a:p>
            <a:pPr marL="0" indent="0">
              <a:buNone/>
            </a:pPr>
            <a:r>
              <a:rPr dirty="0"/>
              <a:t>• No inventory management</a:t>
            </a:r>
          </a:p>
          <a:p>
            <a:pPr marL="0" indent="0">
              <a:buNone/>
            </a:pPr>
            <a:r>
              <a:rPr dirty="0"/>
              <a:t>• No customer experience</a:t>
            </a:r>
          </a:p>
          <a:p>
            <a:pPr marL="0" indent="0">
              <a:buNone/>
            </a:pPr>
            <a:r>
              <a:rPr dirty="0"/>
              <a:t>• No standard pricing</a:t>
            </a:r>
          </a:p>
          <a:p>
            <a:pPr marL="0" indent="0">
              <a:buNone/>
            </a:pPr>
            <a:r>
              <a:rPr dirty="0"/>
              <a:t>• Low trust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4445EC-0FC5-0A56-D9FB-CC85B507D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1197448"/>
            <a:ext cx="3685032" cy="24350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5CF0ED-558A-55DB-F21C-89D87B09B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927079"/>
            <a:ext cx="2276856" cy="28255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>
              <a:solidFill>
                <a:srgbClr val="002060"/>
              </a:solidFill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B18AC625-5C46-3E9A-56BC-4328282E0D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3320" y="0"/>
            <a:ext cx="5440680" cy="6858000"/>
          </a:xfr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0080FED1-0729-B850-C03F-D81B4EF3F4B1}"/>
              </a:ext>
            </a:extLst>
          </p:cNvPr>
          <p:cNvSpPr/>
          <p:nvPr/>
        </p:nvSpPr>
        <p:spPr>
          <a:xfrm>
            <a:off x="457200" y="155448"/>
            <a:ext cx="2596896" cy="157276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Proposed solution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54B6CC-980E-EC8A-76B3-E4DD36874527}"/>
              </a:ext>
            </a:extLst>
          </p:cNvPr>
          <p:cNvSpPr/>
          <p:nvPr/>
        </p:nvSpPr>
        <p:spPr>
          <a:xfrm>
            <a:off x="457200" y="1910778"/>
            <a:ext cx="2971800" cy="41151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C00000"/>
                </a:solidFill>
              </a:rPr>
              <a:t>Mixed Reality-based Scrap Waste Shop: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Virtual shop experience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  3D visualization of scrap items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Real-time price estimation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MR-based sorting &amp; weighing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User enters MR app</a:t>
            </a:r>
          </a:p>
          <a:p>
            <a:pPr marL="0" indent="0">
              <a:buNone/>
            </a:pPr>
            <a:r>
              <a:rPr dirty="0"/>
              <a:t>• Selects scrap item</a:t>
            </a:r>
          </a:p>
          <a:p>
            <a:pPr marL="0" indent="0">
              <a:buNone/>
            </a:pPr>
            <a:r>
              <a:rPr dirty="0"/>
              <a:t>• Views 3D model</a:t>
            </a:r>
          </a:p>
          <a:p>
            <a:pPr marL="0" indent="0">
              <a:buNone/>
            </a:pPr>
            <a:r>
              <a:rPr dirty="0"/>
              <a:t>• Sees price &amp; material value</a:t>
            </a:r>
          </a:p>
          <a:p>
            <a:pPr marL="0" indent="0">
              <a:buNone/>
            </a:pPr>
            <a:r>
              <a:rPr dirty="0"/>
              <a:t>• Confirms selling</a:t>
            </a:r>
          </a:p>
          <a:p>
            <a:pPr marL="0" indent="0">
              <a:buNone/>
            </a:pPr>
            <a:r>
              <a:rPr dirty="0"/>
              <a:t>• Data stored in 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3D models of waste items</a:t>
            </a:r>
          </a:p>
          <a:p>
            <a:pPr marL="0" indent="0">
              <a:buNone/>
            </a:pPr>
            <a:r>
              <a:rPr sz="2800" dirty="0"/>
              <a:t>• MR interface for scanning</a:t>
            </a:r>
          </a:p>
          <a:p>
            <a:pPr marL="0" indent="0">
              <a:buNone/>
            </a:pPr>
            <a:r>
              <a:rPr sz="2800" dirty="0"/>
              <a:t>• Auto price calculator</a:t>
            </a:r>
          </a:p>
          <a:p>
            <a:pPr marL="0" indent="0">
              <a:buNone/>
            </a:pPr>
            <a:r>
              <a:rPr sz="2800" dirty="0"/>
              <a:t>• Customer dashboard</a:t>
            </a:r>
          </a:p>
          <a:p>
            <a:pPr marL="0" indent="0">
              <a:buNone/>
            </a:pPr>
            <a:r>
              <a:rPr sz="2800" dirty="0"/>
              <a:t>• Eco-friendly UI theme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8DEDE-B153-EC5F-492C-F8915774A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496" y="1225009"/>
            <a:ext cx="3941064" cy="2624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5F82F7-0888-B583-29CC-02AEF79D1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3949890"/>
            <a:ext cx="4133088" cy="27526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Mixed Reality: Unity/Unreal</a:t>
            </a:r>
          </a:p>
          <a:p>
            <a:pPr marL="0" indent="0">
              <a:buNone/>
            </a:pPr>
            <a:r>
              <a:rPr dirty="0"/>
              <a:t>• 3D Models: Blender</a:t>
            </a:r>
          </a:p>
          <a:p>
            <a:pPr marL="0" indent="0">
              <a:buNone/>
            </a:pPr>
            <a:r>
              <a:rPr dirty="0"/>
              <a:t>• Backend: Firebase / Node.js</a:t>
            </a:r>
          </a:p>
          <a:p>
            <a:pPr marL="0" indent="0">
              <a:buNone/>
            </a:pPr>
            <a:r>
              <a:rPr dirty="0"/>
              <a:t>• Frontend: MR headset / Mobile AR</a:t>
            </a:r>
          </a:p>
          <a:p>
            <a:pPr marL="0" indent="0">
              <a:buNone/>
            </a:pPr>
            <a:r>
              <a:rPr dirty="0"/>
              <a:t>• Design: Nature-themed (KAYALAN)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Automated scrap collection</a:t>
            </a:r>
          </a:p>
          <a:p>
            <a:pPr marL="0" indent="0">
              <a:buNone/>
            </a:pPr>
            <a:r>
              <a:rPr dirty="0"/>
              <a:t>• IoT-based smart bins</a:t>
            </a:r>
          </a:p>
          <a:p>
            <a:pPr marL="0" indent="0">
              <a:buNone/>
            </a:pPr>
            <a:r>
              <a:rPr dirty="0"/>
              <a:t>• AI waste detection</a:t>
            </a:r>
          </a:p>
          <a:p>
            <a:pPr marL="0" indent="0">
              <a:buNone/>
            </a:pPr>
            <a:r>
              <a:rPr dirty="0"/>
              <a:t>• Price prediction using ML</a:t>
            </a:r>
          </a:p>
          <a:p>
            <a:pPr marL="0" indent="0">
              <a:buNone/>
            </a:pPr>
            <a:r>
              <a:rPr dirty="0"/>
              <a:t>• Recycling company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Encourages recycling</a:t>
            </a:r>
          </a:p>
          <a:p>
            <a:pPr marL="0" indent="0">
              <a:buNone/>
            </a:pPr>
            <a:r>
              <a:rPr dirty="0"/>
              <a:t>• Reduces waste</a:t>
            </a:r>
          </a:p>
          <a:p>
            <a:pPr marL="0" indent="0">
              <a:buNone/>
            </a:pPr>
            <a:r>
              <a:rPr dirty="0"/>
              <a:t>• Builds trust</a:t>
            </a:r>
          </a:p>
          <a:p>
            <a:pPr marL="0" indent="0">
              <a:buNone/>
            </a:pPr>
            <a:r>
              <a:rPr dirty="0"/>
              <a:t>• Clean digital process</a:t>
            </a:r>
          </a:p>
          <a:p>
            <a:pPr marL="0" indent="0">
              <a:buNone/>
            </a:pPr>
            <a:r>
              <a:rPr dirty="0"/>
              <a:t>• Environmental benefit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" y="1216152"/>
            <a:ext cx="8366760" cy="4910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MR improves scrap industry</a:t>
            </a:r>
          </a:p>
          <a:p>
            <a:pPr marL="0" indent="0">
              <a:buNone/>
            </a:pPr>
            <a:r>
              <a:rPr sz="2800" dirty="0"/>
              <a:t>• Digital, clean, transparent experience</a:t>
            </a:r>
          </a:p>
          <a:p>
            <a:pPr marL="0" indent="0">
              <a:buNone/>
            </a:pPr>
            <a:r>
              <a:rPr sz="2800" dirty="0"/>
              <a:t>• Scalable solution for future waste management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55920C-D3E8-31FA-1B3A-BE5A2092B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1488"/>
            <a:ext cx="9144000" cy="40965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78</TotalTime>
  <Words>256</Words>
  <Application>Microsoft Office PowerPoint</Application>
  <PresentationFormat>On-screen Show (4:3)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Problem Statement</vt:lpstr>
      <vt:lpstr>Existing Drawbacks</vt:lpstr>
      <vt:lpstr>PowerPoint Presentation</vt:lpstr>
      <vt:lpstr>Project Workflow</vt:lpstr>
      <vt:lpstr>Features</vt:lpstr>
      <vt:lpstr>Technologies Used</vt:lpstr>
      <vt:lpstr>Future Scope</vt:lpstr>
      <vt:lpstr>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Saravananan Rengasami</cp:lastModifiedBy>
  <cp:revision>2</cp:revision>
  <dcterms:created xsi:type="dcterms:W3CDTF">2013-01-27T09:14:16Z</dcterms:created>
  <dcterms:modified xsi:type="dcterms:W3CDTF">2025-11-16T00:39:12Z</dcterms:modified>
  <cp:category/>
</cp:coreProperties>
</file>